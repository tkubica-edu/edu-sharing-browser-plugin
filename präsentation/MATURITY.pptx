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2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804672"/>
            <a:ext cx="11338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Reifegrad des edu-sharing Browser-Plugins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536192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C5D4E8"/>
                </a:solidFill>
                <a:latin typeface="Calibri"/>
              </a:rPr>
              <a:t>Was eingebaut ist — im Core und im WLO-Kontext — und was für Reife fehlt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0175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3359"/>
                </a:solidFill>
                <a:latin typeface="Calibri"/>
              </a:rPr>
              <a:t>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42900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16B"/>
                </a:solidFill>
                <a:latin typeface="Calibri"/>
              </a:rPr>
              <a:t>Basis-Repository ohne Zusatz-Konfiguration.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0175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3359"/>
                </a:solidFill>
                <a:latin typeface="Calibri"/>
              </a:rPr>
              <a:t>WLO-Kontext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2900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16B"/>
                </a:solidFill>
                <a:latin typeface="Calibri"/>
              </a:rPr>
              <a:t>Repository, dessen Config die Variable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B616B"/>
                </a:solidFill>
                <a:latin typeface="Calibri"/>
              </a:rPr>
              <a:t>browserExtensionCustomWebComponent = true setzt.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5943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16B"/>
                </a:solidFill>
                <a:latin typeface="Calibri"/>
              </a:rPr>
              <a:t>Version 0.1.5 · Stand 27.08.2026 · Quelle: MATURITY.md, app-src/src/app/model/navigation.ts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9184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23359"/>
                </a:solidFill>
                <a:latin typeface="Calibri"/>
              </a:rPr>
              <a:t>Ein Schalter trennt die beiden Kontexte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841248"/>
            <a:ext cx="11423599" cy="1143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32688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16B"/>
                </a:solidFill>
                <a:latin typeface="Calibri"/>
              </a:rPr>
              <a:t>browserExtensionCustomWebComponent — eine boolesche Variable der Repository-Config (BrowserExtensionCustomWebComponentService)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298448"/>
          <a:ext cx="11423598" cy="34015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19904"/>
                <a:gridCol w="3626539"/>
                <a:gridCol w="5077155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Bereich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WLO-Kontext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Login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erforderlich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abgeschaltet — Host bringt die Gast-Session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Metadaten-Editor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edu-sharing MDS-Editor, Set = Repo-DEFAULT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metadata-agent-canvas, Set = mds_oeh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Vorschau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edu-sharing-preview-sidebar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Canvas mode="detail"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Redaktionen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nicht gerendert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Gruppen aus browserExtensionEditorialGroups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Sammlung auswählen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entfällt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eigener Schritt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Prüfprozess auswählen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entfällt — direkt in die Metadaten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zwei Prozesse zur Wahl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Qualitätskriterien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kein Tab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Qualität-Tab plus Gate vor den Metadaten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KI-Assistent (Boerdi)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nicht vorhanden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Frage stellen und KI-Qualitätsprüfung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Einstellungen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3 Gruppen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7 Gruppen (4 nur hier)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Extended fields, Workflow-Empfänger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ccm:oeh_extended*, GROUP_ORG_WLO-Uploadmanager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6873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1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9184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23359"/>
                </a:solidFill>
                <a:latin typeface="Calibri"/>
              </a:rPr>
              <a:t>Erschließen und Metadaten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841248"/>
            <a:ext cx="11423599" cy="1143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932688"/>
          <a:ext cx="11423597" cy="34930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6587"/>
                <a:gridCol w="2538577"/>
                <a:gridCol w="2357250"/>
                <a:gridCol w="4261183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Funktion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WLO-Kontext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Lücke für Reife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Login / Session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Basic auth, validateSession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authorized = loggedIn ‖ flag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Safari: ITP blockt evtl. das Cookie, Login unverifiziert. Gast-Route: 2-h-Editierfenster, danach 403 mitten im Flow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Inhalt erschließen</a:t>
                      </a:r>
                    </a:p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POST /generate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identisch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identisch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Agent-Adresse ist auf defaultRepositoryUrl gepinnt (B-API-Proxy, openeduhub-staging) und autorisiert per Session → in einem fremden Core-Repo nicht nutzbar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Seiten-Erkennung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getWebsiteInformation, DOCUMENT_INFO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identisch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Metadaten editieren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MDS-Editor, Repo-DEFAULT-Set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metadata-agent-canvas, mds_oeh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MDS-Editor-Rendering im echten Browser unverifiziert (CSP, CORS). Canvas hat kein Dark Theme — zwei Screens bleiben hell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Speichern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Route hängt an der Session: eingeloggt → eigener Write; Gast → Agent POST /nodes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zusätzlich extended fields und Workflow-Empfänger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Auf der Agent-Route ist die Ordnerwahl unmöglich. curation.service.ts (1595 Zeilen) praktisch untested — 441 von 446 Zeilen uncovered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Vorschau (Bild, Titel)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preview-sidebar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Canvas mode="detail"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Bild-Upload separat; ein nicht dekodierbares Bild nur in preview.error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Datei oder Link,</a:t>
                      </a:r>
                    </a:p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neues OnlyOffice-Dokument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braucht eigene Session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fällt mit Gast-Session weg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Ohne echten Login sind „Inhalt hinzufügen" und „Meine Inhalte" im WLO-Panel nicht verfügbar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6873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1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9184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23359"/>
                </a:solidFill>
                <a:latin typeface="Calibri"/>
              </a:rPr>
              <a:t>Einordnen und Weitergeben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841248"/>
            <a:ext cx="11423599" cy="1143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932688"/>
          <a:ext cx="11423598" cy="39502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6587"/>
                <a:gridCol w="2629241"/>
                <a:gridCol w="2629241"/>
                <a:gridCol w="3898529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Funktion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WLO-Kontext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Lücke für Reife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An Redaktionen weiterleiten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nur die Nostr-Relay-Zeile — Redaktionsteil wird nicht gerendert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Gruppen ticken, Untersammlung wählen, Vorschlag vom Topic-Assistant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Gruppen kommen aus einer einzigen Config-Variable, ohne UI und ohne Fallback. Topic-Assistant hängt am gleichen B-API-Proxy wie der Agent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Sammlung auswählen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entfällt — keine Gruppen-Row zum Einstieg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eigener Schritt, Bestätigung über einen ApplyHandler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Fragile Kopplung: der Footer klickt den Button im Element, weil es keine API zum Bestätigen anbietet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Persönliche Ablage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Ordner plus optionale Sammlung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identisch, nur mit eigener Session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An Nostr Relay senden</a:t>
                      </a:r>
                    </a:p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AMB, kind 30142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voll vorhanden: Mapping, Signieren, EVENT/OK, Lookup über zwei REQ-Filter, Receipt mit nak-Kommandos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identisch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Relay-Adresse und npub im Core nicht einstellbar — die Settings-Gruppe steckt hinter dem Flag. Schlüssel nur lokal, ohne Export oder Backup. Ablehnung nicht persistiert. NIP-42-Relays werden nicht bedient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Prüfprozess auswählen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entfällt — die Ablage führt direkt in die Metadaten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zwei Karten: strukturierte gegen KI-Prüfung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Der Start der KI-Prüfung löscht die gespeicherte Konversation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Qualitätsprüfung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nur der Metadaten-Tab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Qualität-Tab aus mds_oeh plus Gate vor den Metadaten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Die maschinelle Beurteilung läuft in beiden Kontexten, ist im Core aber nicht sichtbar und nicht abschaltbar. Drei von elf Kriterien haben kein Schema; Barrierearmut hängt an genau einer AXE-Regel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Individuelle KI-Prüfung (Boerdi)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nicht vorhanden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Dialog gegen die Anforderungen der Sammlung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page_text erreicht das Modell nur, wenn nichts über node_id/collection_id auflöst → bei gespeichertem Inhalt urteilt das Modell über den Backend-Block. chat-overrides.ts: zweimal TODO „Replace by updated chatbot version"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B1F"/>
                          </a:solidFill>
                          <a:latin typeface="Calibri"/>
                        </a:rPr>
                        <a:t>Boerdi „Frage stellen"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nicht vorhanden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B1F"/>
                          </a:solidFill>
                          <a:latin typeface="Calibri"/>
                        </a:rPr>
                        <a:t>Chat-Widget mit explizit übergebenem Seitenkontext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73D"/>
                          </a:solidFill>
                          <a:latin typeface="Calibri"/>
                        </a:rPr>
                        <a:t>wie oben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6873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1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9184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23359"/>
                </a:solidFill>
                <a:latin typeface="Calibri"/>
              </a:rPr>
              <a:t>Inhaltsübersicht und Utilities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841248"/>
            <a:ext cx="11423599" cy="1143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932688"/>
          <a:ext cx="11423598" cy="30358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6587"/>
                <a:gridCol w="2629241"/>
                <a:gridCol w="2447914"/>
                <a:gridCol w="4079856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Funktion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WLO-Kontext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Lücke für Reife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Vorschau, Nutzung, Teilen (QR)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identisch: preview-sidebar, usages, share-qr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identisch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Interaktionen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nur das Nostr-Standing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zusätzlich eine Redaktionskarte je Weiterleitung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Die Timeline unter den Karten ist als „Entwurf" ausgewiesen: das Repository liefert keine Kommunikationshistorie. Die auffälligste inhaltliche Lücke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Verlauf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lokal, maxHistory 200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identisch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Rein lokal, ohne Serversicht und ohne Sync. Doku-Drift: FEATURES.md beschreibt ihn als Topbar-Icon, die Registry hat ihn als Menüeintrag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Einstellungen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Repository-URL, Darstellung, Entwickler-Optionen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zusätzlich KI/Chatbot, Sammlungsempfehlung, Qualitätsprüfung, Nostr-Relay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Vier von fünf Gruppen hängen am Flag, obwohl Nostr und die Qualitätsjudges im Core laufen → kein Zugriff auf die Einstellungen wirksamer Features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Darstellung / Theme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System, Hell, Dunkel — edu- und boerdi-Bundle folgen live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identisch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Das edu-Bundle folgt nur über einen gepatchten matchMedia; ein Bundle-Update kann still auf Hell zurückfallen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1B1F"/>
                          </a:solidFill>
                          <a:latin typeface="Calibri"/>
                        </a:rPr>
                        <a:t>OnlyOffice: anreichern, passende Inhalte, suchen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identisch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1B1F"/>
                          </a:solidFill>
                          <a:latin typeface="Calibri"/>
                        </a:rPr>
                        <a:t>identisch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73D"/>
                          </a:solidFill>
                          <a:latin typeface="Calibri"/>
                        </a:rPr>
                        <a:t>Braucht das seitenseitige Plugin, ohne OnlyOffice nur im Debug-Modus testbar. Die Suche nutzt nur die ersten zwei Schlagworte plus Fallback-Kette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6873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1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9184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23359"/>
                </a:solidFill>
                <a:latin typeface="Calibri"/>
              </a:rPr>
              <a:t>Querschnitt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841248"/>
            <a:ext cx="11423599" cy="1143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932688"/>
          <a:ext cx="11423597" cy="28072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5260"/>
                <a:gridCol w="3717201"/>
                <a:gridCol w="5621136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Thema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Stand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Lücke</a:t>
                      </a:r>
                    </a:p>
                  </a:txBody>
                  <a:tcPr marL="54864" marR="54864" marT="27432" marB="27432" anchor="ctr">
                    <a:solidFill>
                      <a:srgbClr val="1D4E8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1B1F"/>
                          </a:solidFill>
                          <a:latin typeface="Calibri"/>
                        </a:rPr>
                        <a:t>Automatisierte Tests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21 Specs, 445 it(), 38,8 % Statements über services/** und util/**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73D"/>
                          </a:solidFill>
                          <a:latin typeface="Calibri"/>
                        </a:rPr>
                        <a:t>Keine Komponententests (48 Dateien), model/ und scripts/*.mjs ungetestet. Die größten uncovered Brocken: curation.service.ts, editorial-groups.service.ts, util/quality-check-request.ts, quality-judge.service.ts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1B1F"/>
                          </a:solidFill>
                          <a:latin typeface="Calibri"/>
                        </a:rPr>
                        <a:t>Browser-Parität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Chrome, Edge, Firefox gebaut; CI mit Release-Job auf v*-Tags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73D"/>
                          </a:solidFill>
                          <a:latin typeface="Calibri"/>
                        </a:rPr>
                        <a:t>Safari: host_permissions-CORS-Bypass unzuverlässig, Login unverifiziert. Firefox: „Receiving end does not exist" nur per Retry abgefangen, Ursache offen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1B1F"/>
                          </a:solidFill>
                          <a:latin typeface="Calibri"/>
                        </a:rPr>
                        <a:t>Store-Fähigkeit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web-ext lint: 0 Errors, ~204 Warnings (alle aus Vendor-Bundles)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73D"/>
                          </a:solidFill>
                          <a:latin typeface="Calibri"/>
                        </a:rPr>
                        <a:t>host_permissions https://*/* und connect-src https: wss: ws: data: blob: → strenges Review erwartet. dist/ ist 54 MB (pdf.js 21, TinyMCE 13). AMO verlangt künftig data_collection_permissions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1B1F"/>
                          </a:solidFill>
                          <a:latin typeface="Calibri"/>
                        </a:rPr>
                        <a:t>Abhängigkeiten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ngx-edu-sharing-api 11.0.2 mit legacy-peer-deps, lodash selbst nachgezogen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73D"/>
                          </a:solidFill>
                          <a:latin typeface="Calibri"/>
                        </a:rPr>
                        <a:t>Test-Setup hängt an der undokumentierten Shape von browser-polyfill.js. @angular/build:unit-test ist [EXPERIMENTAL]. Repository-URL wirkt erst nach einem Sidebar-Reload</a:t>
                      </a:r>
                    </a:p>
                  </a:txBody>
                  <a:tcPr marL="54864" marR="54864" marT="36576" marB="36576"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1B1F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1B1F"/>
                          </a:solidFill>
                          <a:latin typeface="Calibri"/>
                        </a:rPr>
                        <a:t>0.1.5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73D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36576" marB="36576" anchor="t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6873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1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9184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23359"/>
                </a:solidFill>
                <a:latin typeface="Calibri"/>
              </a:rPr>
              <a:t>Die nächsten drei Schritte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841248"/>
            <a:ext cx="11423599" cy="1143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161288"/>
            <a:ext cx="566928" cy="566928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17957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23359"/>
                </a:solidFill>
                <a:latin typeface="Calibri"/>
              </a:rPr>
              <a:t>Die gepinnte Metadaten-Agent-Adresse lösen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563624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16B"/>
                </a:solidFill>
                <a:latin typeface="Calibri"/>
              </a:rPr>
              <a:t>Sie macht die Kernfunktion außerhalb des Default-Repositories unbenutzbar: der B-API-Proxy autorisiert per Repository-Session, die Adresse zeigt aber immer auf openeduhub-staging.</a:t>
            </a:r>
          </a:p>
        </p:txBody>
      </p:sp>
      <p:sp>
        <p:nvSpPr>
          <p:cNvPr id="7" name="Oval 6"/>
          <p:cNvSpPr/>
          <p:nvPr/>
        </p:nvSpPr>
        <p:spPr>
          <a:xfrm>
            <a:off x="384048" y="2578608"/>
            <a:ext cx="566928" cy="566928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59689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23359"/>
                </a:solidFill>
                <a:latin typeface="Calibri"/>
              </a:rPr>
              <a:t>Nostr- und Qualitäts-Einstellungen aus dem WLO-Gate nehmen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980944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16B"/>
                </a:solidFill>
                <a:latin typeface="Calibri"/>
              </a:rPr>
              <a:t>Beide Features laufen im Core — die Nostr-Publikation vollständig, die maschinelle Beurteilung im Hintergrund. Ihre Einstellungen sind dort aber unerreichbar.</a:t>
            </a:r>
          </a:p>
        </p:txBody>
      </p:sp>
      <p:sp>
        <p:nvSpPr>
          <p:cNvPr id="10" name="Oval 9"/>
          <p:cNvSpPr/>
          <p:nvPr/>
        </p:nvSpPr>
        <p:spPr>
          <a:xfrm>
            <a:off x="384048" y="3995928"/>
            <a:ext cx="566928" cy="566928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401421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23359"/>
                </a:solidFill>
                <a:latin typeface="Calibri"/>
              </a:rPr>
              <a:t>Die Interaktions-Timeline auf echte Daten stellen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398264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16B"/>
                </a:solidFill>
                <a:latin typeface="Calibri"/>
              </a:rPr>
              <a:t>Oder den Entwurfsteil vorerst ausbauen: das Repository liefert keine Kommunikationshistorie, die Schritte unter den Redaktionskarten sind ein Beispiel.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1722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16B"/>
                </a:solidFill>
                <a:latin typeface="Calibri"/>
              </a:rPr>
              <a:t>Vollständige Fassung mit allen Zeilen: MATURITY.md im Repository-Root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1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